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1097280"/>
            <a:ext cx="164592" cy="42062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117043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RAG Results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07008" y="190195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and ablation visualizations for large and long query settings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03720" y="1097280"/>
            <a:ext cx="44805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42048" y="1444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1847088"/>
            <a:ext cx="91440" cy="91440"/>
          </a:xfrm>
          <a:prstGeom prst="ellipse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1504" y="17922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comparison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9480" y="2267712"/>
            <a:ext cx="91440" cy="91440"/>
          </a:xfrm>
          <a:prstGeom prst="ellipse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1504" y="2212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ablation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69480" y="2688336"/>
            <a:ext cx="91440" cy="91440"/>
          </a:xfrm>
          <a:prstGeom prst="ellipse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1504" y="26334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stage breakdown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69480" y="3108960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1504" y="30540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comparison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69480" y="3529584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1504" y="34747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ablation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69480" y="3950208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3895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stage breakdown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9480" y="4370832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1504" y="4315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bucket mechanism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Large: Mode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vs async_plain vs async_bucket on the large-query result set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99616"/>
            <a:ext cx="54864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C9D3E2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9105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and wall time</a:t>
            </a:r>
            <a:endParaRPr lang="en-US" sz="1050" dirty="0"/>
          </a:p>
        </p:txBody>
      </p:sp>
      <p:pic>
        <p:nvPicPr>
          <p:cNvPr id="8" name="Image 0" descr="C:\Users\mzx10\ppt_build\async_rag_viz\charts\large_comparison_qps_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10512"/>
            <a:ext cx="5193792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9632" y="1499616"/>
            <a:ext cx="5340096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C9D3E2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64224" y="159105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latency breakdown</a:t>
            </a:r>
            <a:endParaRPr lang="en-US" sz="1050" dirty="0"/>
          </a:p>
        </p:txBody>
      </p:sp>
      <p:pic>
        <p:nvPicPr>
          <p:cNvPr id="11" name="Image 1" descr="C:\Users\mzx10\ppt_build\async_rag_viz\charts\large_stage_brea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810512"/>
            <a:ext cx="504748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Large: Ablation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batch size, bucketing, online action selection, and chunking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99616"/>
            <a:ext cx="54864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C9D3E2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9105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throughput and wall time</a:t>
            </a:r>
            <a:endParaRPr lang="en-US" sz="1050" dirty="0"/>
          </a:p>
        </p:txBody>
      </p:sp>
      <p:pic>
        <p:nvPicPr>
          <p:cNvPr id="8" name="Image 0" descr="C:\Users\mzx10\ppt_build\async_rag_viz\charts\large_ablation_qps_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10512"/>
            <a:ext cx="5193792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9632" y="1499616"/>
            <a:ext cx="5340096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C9D3E2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64224" y="159105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overhead</a:t>
            </a:r>
            <a:endParaRPr lang="en-US" sz="1050" dirty="0"/>
          </a:p>
        </p:txBody>
      </p:sp>
      <p:pic>
        <p:nvPicPr>
          <p:cNvPr id="11" name="Image 1" descr="C:\Users\mzx10\ppt_build\async_rag_viz\charts\large_scheduler_overhe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810512"/>
            <a:ext cx="504748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Long: Mode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vs async_plain vs async_bucket on the long-query result set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99616"/>
            <a:ext cx="54864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C9D3E2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9105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and wall time</a:t>
            </a:r>
            <a:endParaRPr lang="en-US" sz="1050" dirty="0"/>
          </a:p>
        </p:txBody>
      </p:sp>
      <p:pic>
        <p:nvPicPr>
          <p:cNvPr id="8" name="Image 0" descr="C:\Users\mzx10\ppt_build\async_rag_viz\charts\long_comparison_qps_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10512"/>
            <a:ext cx="5193792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9632" y="1499616"/>
            <a:ext cx="5340096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C9D3E2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64224" y="159105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latency breakdown</a:t>
            </a:r>
            <a:endParaRPr lang="en-US" sz="1050" dirty="0"/>
          </a:p>
        </p:txBody>
      </p:sp>
      <p:pic>
        <p:nvPicPr>
          <p:cNvPr id="11" name="Image 1" descr="C:\Users\mzx10\ppt_build\async_rag_viz\charts\long_stage_brea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810512"/>
            <a:ext cx="504748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Long: Ablation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queries shift most cost into generation; scheduler overhead remains small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99616"/>
            <a:ext cx="54864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C9D3E2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9105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throughput and wall time</a:t>
            </a:r>
            <a:endParaRPr lang="en-US" sz="1050" dirty="0"/>
          </a:p>
        </p:txBody>
      </p:sp>
      <p:pic>
        <p:nvPicPr>
          <p:cNvPr id="8" name="Image 0" descr="C:\Users\mzx10\ppt_build\async_rag_viz\charts\long_ablation_qps_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10512"/>
            <a:ext cx="5193792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9632" y="1499616"/>
            <a:ext cx="5340096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C9D3E2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64224" y="159105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overhead</a:t>
            </a:r>
            <a:endParaRPr lang="en-US" sz="1050" dirty="0"/>
          </a:p>
        </p:txBody>
      </p:sp>
      <p:pic>
        <p:nvPicPr>
          <p:cNvPr id="11" name="Image 1" descr="C:\Users\mzx10\ppt_build\async_rag_viz\charts\long_scheduler_overhe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810512"/>
            <a:ext cx="504748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Conclusions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to plain_b64, the large set loses modestly while the long set loses dramatically because bucketed batching shrinks generation batches.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99616"/>
            <a:ext cx="54864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C9D3E2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9105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QPS summary</a:t>
            </a:r>
            <a:endParaRPr lang="en-US" sz="1050" dirty="0"/>
          </a:p>
        </p:txBody>
      </p:sp>
      <p:pic>
        <p:nvPicPr>
          <p:cNvPr id="8" name="Image 0" descr="C:\Users\mzx10\ppt_build\async_rag_viz\charts\ablation_conclusions_vs_plain_b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10512"/>
            <a:ext cx="5193792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9632" y="1499616"/>
            <a:ext cx="5340096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C9D3E2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64224" y="159105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stage breakdown</a:t>
            </a:r>
            <a:endParaRPr lang="en-US" sz="1050" dirty="0"/>
          </a:p>
        </p:txBody>
      </p:sp>
      <p:pic>
        <p:nvPicPr>
          <p:cNvPr id="11" name="Image 1" descr="C:\Users\mzx10\ppt_build\async_rag_viz\charts\long_stage_brea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810512"/>
            <a:ext cx="504748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Bucket Mechanism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is online: the scheduler re-decides bucket, batch size, and xE/xR at every outgoing microbatch.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1417320" cy="960120"/>
          </a:xfrm>
          <a:prstGeom prst="roundRect">
            <a:avLst>
              <a:gd name="adj" fmla="val 4762"/>
            </a:avLst>
          </a:prstGeom>
          <a:solidFill>
            <a:srgbClr val="EDF3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80136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Query Pool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" y="21305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queries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691640"/>
            <a:ext cx="1627632" cy="960120"/>
          </a:xfrm>
          <a:prstGeom prst="roundRect">
            <a:avLst>
              <a:gd name="adj" fmla="val 4762"/>
            </a:avLst>
          </a:prstGeom>
          <a:solidFill>
            <a:srgbClr val="EDF3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18013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Length Estimation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41448" y="213055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length cache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150876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EDF3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161848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70248" y="194767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&lt;= 48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233172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EDF3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0248" y="244144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70248" y="277063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49 - 128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315468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EDF3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326440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70248" y="359359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128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1691640"/>
            <a:ext cx="1901952" cy="960120"/>
          </a:xfrm>
          <a:prstGeom prst="roundRect">
            <a:avLst>
              <a:gd name="adj" fmla="val 4762"/>
            </a:avLst>
          </a:prstGeom>
          <a:solidFill>
            <a:srgbClr val="EDF3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80136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Dispatch Choice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07608" y="213055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bucket + batch size + xE/xR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28432" y="1691640"/>
            <a:ext cx="1261872" cy="960120"/>
          </a:xfrm>
          <a:prstGeom prst="roundRect">
            <a:avLst>
              <a:gd name="adj" fmla="val 4762"/>
            </a:avLst>
          </a:prstGeom>
          <a:solidFill>
            <a:srgbClr val="FFF3ED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180136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38160" y="213055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00032" y="1691640"/>
            <a:ext cx="1261872" cy="960120"/>
          </a:xfrm>
          <a:prstGeom prst="roundRect">
            <a:avLst>
              <a:gd name="adj" fmla="val 4762"/>
            </a:avLst>
          </a:prstGeom>
          <a:solidFill>
            <a:srgbClr val="FFF3ED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0" y="180136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509760" y="213055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771632" y="1691640"/>
            <a:ext cx="1005840" cy="960120"/>
          </a:xfrm>
          <a:prstGeom prst="roundRect">
            <a:avLst>
              <a:gd name="adj" fmla="val 4762"/>
            </a:avLst>
          </a:prstGeom>
          <a:solidFill>
            <a:srgbClr val="FFF3ED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81360" y="180136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881360" y="213055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94560" y="2075688"/>
            <a:ext cx="164592" cy="146304"/>
          </a:xfrm>
          <a:prstGeom prst="chevron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59352" y="2075688"/>
            <a:ext cx="164592" cy="146304"/>
          </a:xfrm>
          <a:prstGeom prst="chevron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14416" y="2075688"/>
            <a:ext cx="164592" cy="146304"/>
          </a:xfrm>
          <a:prstGeom prst="chevron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45552" y="2075688"/>
            <a:ext cx="164592" cy="146304"/>
          </a:xfrm>
          <a:prstGeom prst="chevron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35440" y="2075688"/>
            <a:ext cx="164592" cy="146304"/>
          </a:xfrm>
          <a:prstGeom prst="chevron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07040" y="2075688"/>
            <a:ext cx="164592" cy="146304"/>
          </a:xfrm>
          <a:prstGeom prst="chevron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92440" y="3127248"/>
            <a:ext cx="3200400" cy="1554480"/>
          </a:xfrm>
          <a:prstGeom prst="arc">
            <a:avLst/>
          </a:prstGeom>
          <a:solidFill>
            <a:srgbClr val="F6F8FC">
              <a:alpha val="0"/>
            </a:srgbClr>
          </a:solidFill>
          <a:ln w="12700">
            <a:solidFill>
              <a:srgbClr val="4C78A8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8869680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EMA feedback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4672" y="4956048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/ retrieval / generation latencies are fed back into per-bucket EMA tables. The next dispatch uses these updated cost estimates, so the scheduler keeps adapting instead of replaying a fixed plan.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RAG Results Visualization</dc:title>
  <dc:subject>Async RAG Results Visualization</dc:subject>
  <dc:creator>OpenAI Codex</dc:creator>
  <cp:lastModifiedBy>OpenAI Codex</cp:lastModifiedBy>
  <cp:revision>1</cp:revision>
  <dcterms:created xsi:type="dcterms:W3CDTF">2026-05-17T05:26:18Z</dcterms:created>
  <dcterms:modified xsi:type="dcterms:W3CDTF">2026-05-17T05:26:18Z</dcterms:modified>
</cp:coreProperties>
</file>